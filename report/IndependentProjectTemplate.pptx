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58"/>
  </p:normalViewPr>
  <p:slideViewPr>
    <p:cSldViewPr snapToGrid="0">
      <p:cViewPr varScale="1">
        <p:scale>
          <a:sx n="90" d="100"/>
          <a:sy n="90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716F-17A7-08DE-1DBA-18B9AA70D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36DC8-4EB2-4DBB-0A84-D991FEAF7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043A-B5E4-0729-3817-3F24B9B4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9FE44-3405-B424-6F7F-C8832B2A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1C49A-901A-D708-531F-18749991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7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E006-8C2D-DFD1-16A5-24D266F8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E467-70AA-2D15-C410-41BD3EE1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920F-9CDE-0D2D-61E5-423BC0FA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DF1AE-B1E1-CFE4-FC1E-FB55F567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AF636-7C04-3441-BDF1-F0122333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82CD-71A0-1ACC-9D6D-9801A2FD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B179F-29AC-111C-FD6A-54D00B687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9D0F6-A4B5-04D3-4524-753E4B4F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11BB-34A9-15A0-5D3E-9FD03128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77849-AF00-00BF-D3F6-5F6FA8E4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7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C7DD-A646-436F-1594-D1D6A4E3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0D1D-4400-D2F7-7E30-4CC01F07B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E1A86-22B8-B741-3788-F0C7B5224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7A1C6-B67C-7806-BB95-45E0B9F9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1360C-7064-D37E-DB5B-ABB0A932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17314-7FCE-0A13-B847-BDEC93E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0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2430-EBAB-05A4-4F02-BC7B9A7C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C650D-8A83-CFC2-9CEF-CCE931823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8852B-6996-916A-4CF6-1BF718CC9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97DEE-F469-0DE4-F5C6-EFDA0EA05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6AB61-B64E-C5F4-B019-B38C92AD7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D9160-980B-784E-9044-A31CFC4E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DD467D-B87E-E341-77E3-03294638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84CCA-AA78-026B-E356-4F1B4C2D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8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434F-7E46-C90A-5E77-A6EF3085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8B538-9ED1-4A21-6A08-972FE51F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531BF-B2F3-3256-A33E-04FFFBA0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37C0E-6588-DD3B-9BBB-D5F1E30D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7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E898B-5CA5-98D6-0B76-13047D54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DF868-7D76-2A37-2EC1-1E989AC3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C39FC-589B-542F-8D1C-C2D2B84A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3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E50C-7DA4-EFCC-762A-8A0290C7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4DDE-EED4-B064-49EF-75142DC01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6AA8B-FE33-C6F1-6C61-25DFF48C9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09CF-5631-9723-E4AA-1B50588E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7E4D1-FB87-8A2D-7492-3DA76D2A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2DA10-8D79-24A7-8399-62EE0D9C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03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9C00-6278-073B-1F5C-E6AE625B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88978-898E-7339-3FD3-BEBF662CD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75008-A41A-5F7E-5853-6403740B6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C2407-DFCD-D57A-F8DE-92816BCE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5100E-E716-49B3-405E-2EEAC763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20FE-D75C-687B-E4A0-2A1903F0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D60E-BDF6-03A4-E6AB-25593DAF6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724F9-A830-DA5D-8B96-D072F9E26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3D98-18A9-9F7C-8755-C445C548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ADB57-9C66-91EA-9584-D45534E8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F629E-BD39-4E5C-3EEB-8E20D64D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66436-A404-D0A5-04B5-B99412B65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64DB2-A013-1646-7936-AE919C989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6DF2-DDCE-0DD2-AD85-EF7F519D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5942-F4A6-8B15-8AC5-5DE74CE6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B4C51-B2B3-6B7D-0C45-C8BA1240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0388E-B80C-8DB3-EFB2-4B0BBD4B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52F51-9259-4FFA-2869-DB3CB4021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69693-F22B-A404-57F3-A1A563337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AA679-874B-204D-8994-0C5425D073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9559-888F-B306-3298-7389763D2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E60E-0575-193F-AA32-D9632B0B5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8CAEE-1839-4A42-92AD-24C1DB7EF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2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otion-gpt.github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urope.naverlabs.com/blog/anny-a-free-to-use-3d-human-parametric-model-for-all-ages/" TargetMode="External"/><Relationship Id="rId2" Type="http://schemas.openxmlformats.org/officeDocument/2006/relationships/hyperlink" Target="https://files.is.tue.mpg.de/black/papers/miccai1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B99C-8098-2432-37E6-3D797A4B8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MotionGPT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6A1D6-326B-3C6A-41E8-D28DAB6A1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Leihan Wang</a:t>
            </a:r>
          </a:p>
        </p:txBody>
      </p:sp>
    </p:spTree>
    <p:extLst>
      <p:ext uri="{BB962C8B-B14F-4D97-AF65-F5344CB8AC3E}">
        <p14:creationId xmlns:p14="http://schemas.microsoft.com/office/powerpoint/2010/main" val="406210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0C-60D8-29B3-EBD0-046585C3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94873-6413-BFCE-E776-1BCA3555C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goal(s)</a:t>
            </a:r>
          </a:p>
          <a:p>
            <a:r>
              <a:rPr lang="en-US" dirty="0"/>
              <a:t>Review of last meeting</a:t>
            </a:r>
          </a:p>
          <a:p>
            <a:r>
              <a:rPr lang="en-US" dirty="0"/>
              <a:t>Progress update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Next steps</a:t>
            </a:r>
          </a:p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92100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0A15-1A6E-D290-D98B-AF5907943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9CB0-F515-F676-E561-9F63BF66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goal(s):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D4876-AEF5-A1EA-EDE3-0B980AC20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Description</a:t>
            </a:r>
          </a:p>
          <a:p>
            <a:pPr lvl="1"/>
            <a:r>
              <a:rPr lang="en-US" altLang="zh-CN" dirty="0"/>
              <a:t>We would like to reproduce the paper “</a:t>
            </a:r>
            <a:r>
              <a:rPr lang="en-US" altLang="zh-CN" b="1" dirty="0" err="1">
                <a:hlinkClick r:id="rId2"/>
              </a:rPr>
              <a:t>MotionGPT</a:t>
            </a:r>
            <a:r>
              <a:rPr lang="en-US" altLang="zh-CN" b="1" dirty="0">
                <a:hlinkClick r:id="rId2"/>
              </a:rPr>
              <a:t>: Human Motion as a Foreign Language</a:t>
            </a:r>
            <a:r>
              <a:rPr lang="en-US" altLang="zh-CN" dirty="0"/>
              <a:t>,” and attempt to modify </a:t>
            </a:r>
            <a:r>
              <a:rPr lang="en-US" altLang="zh-CN" dirty="0" err="1"/>
              <a:t>MotionGPT</a:t>
            </a:r>
            <a:r>
              <a:rPr lang="en-US" altLang="zh-CN" dirty="0"/>
              <a:t> to better suit infants.</a:t>
            </a:r>
          </a:p>
          <a:p>
            <a:pPr lvl="1"/>
            <a:r>
              <a:rPr lang="en-US" dirty="0"/>
              <a:t>How we can use “Frame rate → VAE encoding → motion token sequence → LM generates tokens → decode into frames again” to generate Infants’ motions</a:t>
            </a:r>
          </a:p>
          <a:p>
            <a:r>
              <a:rPr lang="en-US" dirty="0"/>
              <a:t> What question(s) are you trying to answer?</a:t>
            </a:r>
          </a:p>
          <a:p>
            <a:pPr lvl="1"/>
            <a:r>
              <a:rPr lang="en-US" dirty="0"/>
              <a:t>How to transfer 2D RGB animation into 3D SMPL modeling</a:t>
            </a:r>
          </a:p>
          <a:p>
            <a:pPr lvl="1"/>
            <a:r>
              <a:rPr lang="en-US" dirty="0"/>
              <a:t>What we can learn from </a:t>
            </a:r>
            <a:r>
              <a:rPr lang="en-US" dirty="0" err="1"/>
              <a:t>MotionGPT</a:t>
            </a:r>
            <a:r>
              <a:rPr lang="en-US" dirty="0"/>
              <a:t> (1.0/2.0/3.0)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1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F13D-6D4E-F9CE-CD2F-879533C2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last meeting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C3CC9-1F95-B57B-DB45-FA316F039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2.19 Meeting with Prof. Nwogu and Lu</a:t>
            </a:r>
          </a:p>
          <a:p>
            <a:pPr lvl="1"/>
            <a:r>
              <a:rPr lang="en-US" dirty="0"/>
              <a:t>I did not totally understand the whole paper and we need to get the touch into the basic compositions in the reference codes.</a:t>
            </a:r>
          </a:p>
          <a:p>
            <a:pPr lvl="1"/>
            <a:r>
              <a:rPr lang="en-US" dirty="0"/>
              <a:t>Success criteria </a:t>
            </a:r>
          </a:p>
          <a:p>
            <a:pPr lvl="2"/>
            <a:r>
              <a:rPr lang="en-US" dirty="0"/>
              <a:t>Reproducing paper successfully</a:t>
            </a:r>
          </a:p>
          <a:p>
            <a:pPr lvl="2"/>
            <a:r>
              <a:rPr lang="en-US" dirty="0"/>
              <a:t>Have a good understanding with </a:t>
            </a:r>
            <a:r>
              <a:rPr lang="en-US" dirty="0" err="1"/>
              <a:t>MotionGPT</a:t>
            </a:r>
            <a:endParaRPr lang="en-US" dirty="0"/>
          </a:p>
          <a:p>
            <a:pPr lvl="2"/>
            <a:r>
              <a:rPr lang="en-US" dirty="0"/>
              <a:t>Think about how to modify the reference to suit Infants better</a:t>
            </a:r>
          </a:p>
          <a:p>
            <a:pPr lvl="2"/>
            <a:r>
              <a:rPr lang="en-US" dirty="0"/>
              <a:t>Generate one series of motions about lying or leaning against the wall</a:t>
            </a:r>
          </a:p>
        </p:txBody>
      </p:sp>
    </p:spTree>
    <p:extLst>
      <p:ext uri="{BB962C8B-B14F-4D97-AF65-F5344CB8AC3E}">
        <p14:creationId xmlns:p14="http://schemas.microsoft.com/office/powerpoint/2010/main" val="16185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E479-DC14-DFB3-6A0E-3E4EAC49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summary (since last meeting)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33AE-89D3-A083-4F13-843CD5097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 bullets</a:t>
            </a:r>
          </a:p>
          <a:p>
            <a:pPr lvl="1"/>
            <a:r>
              <a:rPr lang="en-US" dirty="0"/>
              <a:t>Successfully understand the transferring progress between 2D and 3D</a:t>
            </a:r>
          </a:p>
          <a:p>
            <a:pPr lvl="1"/>
            <a:r>
              <a:rPr lang="en-US" dirty="0"/>
              <a:t>Have one idea about the coming modification</a:t>
            </a:r>
          </a:p>
          <a:p>
            <a:pPr lvl="1"/>
            <a:r>
              <a:rPr lang="en-US" dirty="0"/>
              <a:t>Successfully reproduce the core compositions in </a:t>
            </a:r>
            <a:r>
              <a:rPr lang="en-US" dirty="0" err="1"/>
              <a:t>MotionGPT</a:t>
            </a:r>
            <a:r>
              <a:rPr lang="en-US" dirty="0"/>
              <a:t> 1.0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9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8018-DE20-A1F8-9957-15163691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approach (what you actually did)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CA43-1515-2397-8684-FAE9AE7E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One Introduction to transfer learning</a:t>
            </a:r>
          </a:p>
          <a:p>
            <a:pPr lvl="1"/>
            <a:r>
              <a:rPr lang="en-US" dirty="0"/>
              <a:t>Which layer we need to re-train?</a:t>
            </a:r>
          </a:p>
          <a:p>
            <a:pPr lvl="1"/>
            <a:r>
              <a:rPr lang="en-US" dirty="0"/>
              <a:t>Hope to use a small amount of data to fine-tuning</a:t>
            </a:r>
          </a:p>
          <a:p>
            <a:pPr lvl="1"/>
            <a:endParaRPr lang="en-US" dirty="0"/>
          </a:p>
          <a:p>
            <a:r>
              <a:rPr lang="en-US" dirty="0">
                <a:hlinkClick r:id="rId2"/>
              </a:rPr>
              <a:t>https://files.is.tue.mpg.de/black/papers/miccai18.pdf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https://europe.naverlabs.com/blog/anny-a-free-to-use-3d-human-parametric-model-for-all-ages/</a:t>
            </a:r>
            <a:r>
              <a:rPr lang="en-US" dirty="0"/>
              <a:t> </a:t>
            </a:r>
          </a:p>
          <a:p>
            <a:r>
              <a:rPr lang="en-US" dirty="0"/>
              <a:t>Find inclusion/exclusion criteria </a:t>
            </a:r>
            <a:r>
              <a:rPr lang="en-US" altLang="zh-CN" dirty="0"/>
              <a:t>like biomechanical plausibility</a:t>
            </a:r>
          </a:p>
          <a:p>
            <a:pPr lvl="1"/>
            <a:r>
              <a:rPr lang="en-US" altLang="zh-CN" dirty="0"/>
              <a:t>infant joint range</a:t>
            </a:r>
          </a:p>
          <a:p>
            <a:pPr lvl="1"/>
            <a:r>
              <a:rPr lang="en-US" altLang="zh-CN" dirty="0"/>
              <a:t>center of gravity</a:t>
            </a:r>
          </a:p>
          <a:p>
            <a:pPr lvl="1"/>
            <a:r>
              <a:rPr lang="en-US" altLang="zh-CN" dirty="0"/>
              <a:t>skin elasticity</a:t>
            </a:r>
          </a:p>
          <a:p>
            <a:pPr lvl="1"/>
            <a:r>
              <a:rPr lang="en-US" altLang="zh-CN" dirty="0"/>
              <a:t>bone stress analysis</a:t>
            </a:r>
            <a:endParaRPr lang="en-US" dirty="0"/>
          </a:p>
          <a:p>
            <a:r>
              <a:rPr lang="en-US" dirty="0"/>
              <a:t>We can keep plenty of layers in VAE Structure in T5 and </a:t>
            </a:r>
            <a:r>
              <a:rPr lang="en-US" dirty="0" err="1"/>
              <a:t>MotionGPT</a:t>
            </a:r>
            <a:r>
              <a:rPr lang="en-US" dirty="0"/>
              <a:t> pre-train coding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7B77C-32CA-651C-5630-272240064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787" y="2253140"/>
            <a:ext cx="1780814" cy="5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1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EFC6-E1B9-749D-5358-E951F5A2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 (new)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C831B-7E59-C974-39D4-61D3AD8A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Nearly cannot stand the awful coding style of </a:t>
            </a:r>
            <a:r>
              <a:rPr lang="en-US" dirty="0" err="1"/>
              <a:t>MotionGPT</a:t>
            </a:r>
            <a:endParaRPr lang="en-US" dirty="0"/>
          </a:p>
          <a:p>
            <a:pPr lvl="1"/>
            <a:r>
              <a:rPr lang="en-US" dirty="0"/>
              <a:t>Too difficult to reproduce and train the model</a:t>
            </a:r>
          </a:p>
          <a:p>
            <a:pPr lvl="1"/>
            <a:r>
              <a:rPr lang="en-US" dirty="0"/>
              <a:t>Some compositions seems like not necessary</a:t>
            </a:r>
          </a:p>
          <a:p>
            <a:pPr lvl="1"/>
            <a:r>
              <a:rPr lang="en-US" dirty="0"/>
              <a:t>Too complex structure</a:t>
            </a:r>
          </a:p>
          <a:p>
            <a:r>
              <a:rPr lang="en-US" dirty="0"/>
              <a:t>The main direction is to study every layer in this project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5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42C7-2D68-DDED-2562-9895EA1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7C90-DF0C-5688-CAFC-62F7C093B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transfer learning can be used in this project for saving refactor time?</a:t>
            </a:r>
          </a:p>
          <a:p>
            <a:r>
              <a:rPr lang="en-US" dirty="0"/>
              <a:t>What do you need from me or others in the lab?</a:t>
            </a:r>
          </a:p>
          <a:p>
            <a:pPr lvl="1"/>
            <a:r>
              <a:rPr lang="en-US" dirty="0"/>
              <a:t> I need more time to learn by myself</a:t>
            </a:r>
          </a:p>
          <a:p>
            <a:pPr lvl="1"/>
            <a:r>
              <a:rPr lang="en-US" dirty="0"/>
              <a:t> I hope to get dataset (fine cleaning)</a:t>
            </a:r>
          </a:p>
          <a:p>
            <a:r>
              <a:rPr lang="en-US" dirty="0"/>
              <a:t>I am a little slow to warm up. Please do not feel upset for me. I will be scared… (boohoo)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70DE-581A-32F0-A9EC-9AF4837D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8EB68-539A-9031-447B-05708E31E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2-4 concrete next actions</a:t>
            </a:r>
          </a:p>
          <a:p>
            <a:pPr lvl="1"/>
            <a:r>
              <a:rPr lang="en-US" dirty="0"/>
              <a:t>Continue to study </a:t>
            </a:r>
            <a:r>
              <a:rPr lang="en-US" dirty="0" err="1"/>
              <a:t>MotionGPT</a:t>
            </a:r>
            <a:endParaRPr lang="en-US" dirty="0"/>
          </a:p>
          <a:p>
            <a:pPr lvl="1"/>
            <a:r>
              <a:rPr lang="en-US" dirty="0"/>
              <a:t>Follow  Lu’s instructions to learn about the difference from </a:t>
            </a:r>
            <a:r>
              <a:rPr lang="en-US" dirty="0" err="1"/>
              <a:t>MotionGPT</a:t>
            </a:r>
            <a:r>
              <a:rPr lang="en-US" dirty="0"/>
              <a:t> 1.0, 2.0 and 3.0</a:t>
            </a:r>
          </a:p>
          <a:p>
            <a:pPr lvl="1"/>
            <a:r>
              <a:rPr lang="en-US" dirty="0"/>
              <a:t>Learn how to find joint for infants</a:t>
            </a:r>
          </a:p>
          <a:p>
            <a:pPr lvl="1"/>
            <a:r>
              <a:rPr lang="en-US" dirty="0"/>
              <a:t>Learn more knowledge related this project</a:t>
            </a:r>
          </a:p>
        </p:txBody>
      </p:sp>
    </p:spTree>
    <p:extLst>
      <p:ext uri="{BB962C8B-B14F-4D97-AF65-F5344CB8AC3E}">
        <p14:creationId xmlns:p14="http://schemas.microsoft.com/office/powerpoint/2010/main" val="201360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D62E-2FE7-00CC-412C-CFE0C65B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and Backup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707A-0309-B334-DD98-BE291AAA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 tables </a:t>
            </a:r>
          </a:p>
          <a:p>
            <a:pPr lvl="1"/>
            <a:r>
              <a:rPr lang="en-US" dirty="0"/>
              <a:t>No any reliable and completed tables</a:t>
            </a:r>
          </a:p>
          <a:p>
            <a:r>
              <a:rPr lang="en-US" dirty="0"/>
              <a:t>Detailed notes </a:t>
            </a:r>
          </a:p>
          <a:p>
            <a:pPr lvl="1"/>
            <a:r>
              <a:rPr lang="en-US" dirty="0"/>
              <a:t>Need more marihuana or caffeine to maintain ration</a:t>
            </a:r>
          </a:p>
          <a:p>
            <a:pPr lvl="1"/>
            <a:r>
              <a:rPr lang="en-US" dirty="0"/>
              <a:t>This is a total new field for me besides encoder-decoder VAE structure. I need about one week to solve problem because of lack of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27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515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MotionGPT</vt:lpstr>
      <vt:lpstr>Outline</vt:lpstr>
      <vt:lpstr>Project goal(s): </vt:lpstr>
      <vt:lpstr>Review of last meeting </vt:lpstr>
      <vt:lpstr>Progress summary (since last meeting)</vt:lpstr>
      <vt:lpstr>Your approach (what you actually did)</vt:lpstr>
      <vt:lpstr>Main results (new)</vt:lpstr>
      <vt:lpstr>Open questions</vt:lpstr>
      <vt:lpstr>Proposed next steps</vt:lpstr>
      <vt:lpstr>Appendix and Backup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Ifeoma Nwogu</dc:creator>
  <cp:lastModifiedBy>Leihan Wang</cp:lastModifiedBy>
  <cp:revision>5</cp:revision>
  <dcterms:created xsi:type="dcterms:W3CDTF">2026-02-27T18:37:13Z</dcterms:created>
  <dcterms:modified xsi:type="dcterms:W3CDTF">2026-03-04T20:25:49Z</dcterms:modified>
</cp:coreProperties>
</file>